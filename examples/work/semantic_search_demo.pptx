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synthetic folder structure with college, finance, travel, personal and work examples. Avoid indexing genuine personal records in a classroom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invoice identifiers and ticket references need lexical matching. Tables should preserve their headers when converted to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Down-ranking all tables is a poor heuristic because a query about a bill amount may depend on a table. Evaluate context rather than format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Semantic File Search: Prototype Walkthrough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demo | 14 February 2026</a:t>
            </a:r>
          </a:p>
          <a:p>
            <a:r>
              <a:t>Fictional student demo |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Student remembers a purpose, not the exact filename</a:t>
            </a:r>
          </a:p>
          <a:p>
            <a:pPr>
              <a:defRPr sz="2200"/>
            </a:pPr>
            <a:r>
              <a:t>“proof of rent payment” should find a rent receipt</a:t>
            </a:r>
          </a:p>
          <a:p>
            <a:pPr>
              <a:defRPr sz="2200"/>
            </a:pPr>
            <a:r>
              <a:t>“coastal holiday plan” should find a Goa itinerary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Extract text from TXT, DOCX and PPTX</a:t>
            </a:r>
          </a:p>
          <a:p>
            <a:pPr>
              <a:defRPr sz="2200"/>
            </a:pPr>
            <a:r>
              <a:t>Split long files around headings; retain source paths</a:t>
            </a:r>
          </a:p>
          <a:p>
            <a:pPr>
              <a:defRPr sz="2200"/>
            </a:pPr>
            <a:r>
              <a:t>Rank by embedding similarity, with lexical support for 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Evaluate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fixed query-document relevance judgments</a:t>
            </a:r>
          </a:p>
          <a:p>
            <a:pPr>
              <a:defRPr sz="2200"/>
            </a:pPr>
            <a:r>
              <a:t>Measure Precision@5 and reciprocal rank</a:t>
            </a:r>
          </a:p>
          <a:p>
            <a:pPr>
              <a:defRPr sz="2200"/>
            </a:pPr>
            <a:r>
              <a:t>Test numeric noise and relevant numeric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