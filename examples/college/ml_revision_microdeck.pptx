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Data leakage can occur even before model fitting if preprocessing is performed on the full dataset. Keep time and group boundaries intact.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can hide poor minority-class performance. Thresholds depend on the cost of false positives and false negatives.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slightly better score is not automatically a better model if it is slower, unstable, difficult to explain, or relies on unavailable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/>
            </a:pPr>
            <a:r>
              <a:t>Machine Learning: Evaluate Before You Celebrate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Revision micro-deck | February 2026</a:t>
            </a:r>
          </a:p>
          <a:p>
            <a:r>
              <a:t>Fictional student demo | 2025-26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Split the data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Train set: fit model parameters</a:t>
            </a:r>
          </a:p>
          <a:p>
            <a:pPr>
              <a:defRPr sz="2200"/>
            </a:pPr>
            <a:r>
              <a:t>Validation set: choose features and hyperparameters</a:t>
            </a:r>
          </a:p>
          <a:p>
            <a:pPr>
              <a:defRPr sz="2200"/>
            </a:pPr>
            <a:r>
              <a:t>Test set: estimate final generalisation once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Choose metrics deliberately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Precision asks: how many predicted positives were correct?</a:t>
            </a:r>
          </a:p>
          <a:p>
            <a:pPr>
              <a:defRPr sz="2200"/>
            </a:pPr>
            <a:r>
              <a:t>Recall asks: how many actual positives were found?</a:t>
            </a:r>
          </a:p>
          <a:p>
            <a:pPr>
              <a:defRPr sz="2200"/>
            </a:pPr>
            <a:r>
              <a:t>MAE and RMSE measure regression error in target units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credible result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Compare against a simple baseline</a:t>
            </a:r>
          </a:p>
          <a:p>
            <a:pPr>
              <a:defRPr sz="2200"/>
            </a:pPr>
            <a:r>
              <a:t>Record seed, dataset version and preprocessing</a:t>
            </a:r>
          </a:p>
          <a:p>
            <a:pPr>
              <a:defRPr sz="2200"/>
            </a:pPr>
            <a:r>
              <a:t>Inspect subgroup errors and data leakage risks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