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transport and property references in this deck are fictional. Confirm real services and timings through official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an additional buffer for fare changes. Record shared expenses in one ledger and reconcile who paid at the end of each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licensed transport, agree on the fare before starting, and avoid treating the planning deck as a live booking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Goa Journey Plan: January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Travel group briefing | 15-19 January</a:t>
            </a:r>
          </a:p>
          <a:p>
            <a:r>
              <a:t>Fictional student demo |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Pune to Madgaon by rail in the planning scenario</a:t>
            </a:r>
          </a:p>
          <a:p>
            <a:pPr>
              <a:defRPr sz="2200"/>
            </a:pPr>
            <a:r>
              <a:t>Panaji and Fontainhas for a slower first afternoon</a:t>
            </a:r>
          </a:p>
          <a:p>
            <a:pPr>
              <a:defRPr sz="2200"/>
            </a:pPr>
            <a:r>
              <a:t>North Goa coast, then Old Goa and a buffer 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per traveller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Rail: ₹1,800</a:t>
            </a:r>
          </a:p>
          <a:p>
            <a:pPr>
              <a:defRPr sz="2200"/>
            </a:pPr>
            <a:r>
              <a:t>Shared stay: ₹3,200</a:t>
            </a:r>
          </a:p>
          <a:p>
            <a:pPr>
              <a:defRPr sz="2200"/>
            </a:pPr>
            <a:r>
              <a:t>Meals: ₹1,800; local transit: ₹1,000</a:t>
            </a:r>
          </a:p>
          <a:p>
            <a:pPr>
              <a:defRPr sz="2200"/>
            </a:pPr>
            <a:r>
              <a:t>Entries and contingency: ₹700; total ₹8,500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reminders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Carry photo ID and offline ticket copy</a:t>
            </a:r>
          </a:p>
          <a:p>
            <a:pPr>
              <a:defRPr sz="2200"/>
            </a:pPr>
            <a:r>
              <a:t>Check weather, local conditions and opening hours</a:t>
            </a:r>
          </a:p>
          <a:p>
            <a:pPr>
              <a:defRPr sz="2200"/>
            </a:pPr>
            <a:r>
              <a:t>Avoid rushing the departure 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